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Noto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NotoSans-boldItalic.fntdata"/><Relationship Id="rId9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NotoSans-regular.fntdata"/><Relationship Id="rId8" Type="http://schemas.openxmlformats.org/officeDocument/2006/relationships/font" Target="fonts/Noto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3d4b3d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3d4b3d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525d128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525d128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95125" y="1354800"/>
            <a:ext cx="8424900" cy="24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AutoNum type="arabicPeriod"/>
            </a:pPr>
            <a:r>
              <a:rPr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Add</a:t>
            </a:r>
            <a:r>
              <a:rPr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the files in the root of your web site. If your site is http://www.example.com, you should be able to access a file named http://www.example.com/</a:t>
            </a:r>
            <a:r>
              <a:rPr b="1"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favicon.ico.</a:t>
            </a:r>
            <a:endParaRPr b="1"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84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"/>
              <a:buAutoNum type="arabicPeriod"/>
            </a:pPr>
            <a:r>
              <a:rPr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Insert the following code in the </a:t>
            </a:r>
            <a:r>
              <a:rPr lang="en" sz="11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section of your pages: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&lt;link rel="icon" type="image/png" href="/favicon-96x96.png" sizes="96x96"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&lt;link rel="icon" type="image/svg+xml" href="/favicon.svg"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&lt;link rel="shortcut icon" href="/favicon.ico"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&lt;link rel="apple-touch-icon" sizes="180x180" href="/apple-touch-icon.png"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&lt;meta name="apple-mobile-web-app-title" content="talent+"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highlight>
                  <a:srgbClr val="D9D9D9"/>
                </a:highlight>
                <a:latin typeface="Courier"/>
                <a:ea typeface="Courier"/>
                <a:cs typeface="Courier"/>
                <a:sym typeface="Courier"/>
              </a:rPr>
              <a:t>&lt;link rel="manifest" href="/site.webmanifest" /&gt;</a:t>
            </a:r>
            <a:endParaRPr b="1" sz="1000">
              <a:solidFill>
                <a:srgbClr val="434343"/>
              </a:solidFill>
              <a:highlight>
                <a:srgbClr val="D9D9D9"/>
              </a:highlight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2520" y="409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Favicon instructions</a:t>
            </a:r>
            <a:endParaRPr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54875" y="224719"/>
            <a:ext cx="249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Design</a:t>
            </a:r>
            <a:endParaRPr b="1"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1557725" y="568950"/>
            <a:ext cx="5841375" cy="3929201"/>
            <a:chOff x="1557725" y="568950"/>
            <a:chExt cx="5841375" cy="3929201"/>
          </a:xfrm>
        </p:grpSpPr>
        <p:pic>
          <p:nvPicPr>
            <p:cNvPr id="62" name="Google Shape;6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57725" y="971665"/>
              <a:ext cx="5841306" cy="35264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>
              <a:off x="1559600" y="568950"/>
              <a:ext cx="5839500" cy="713100"/>
            </a:xfrm>
            <a:prstGeom prst="rect">
              <a:avLst/>
            </a:prstGeom>
            <a:solidFill>
              <a:srgbClr val="0C1E2F"/>
            </a:solidFill>
            <a:ln>
              <a:noFill/>
            </a:ln>
          </p:spPr>
          <p:txBody>
            <a:bodyPr anchorCtr="0" anchor="ctr" bIns="79300" lIns="79300" spcFirstLastPara="1" rIns="79300" wrap="square" tIns="7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4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